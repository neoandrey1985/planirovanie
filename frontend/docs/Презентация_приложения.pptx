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Обзор веб-приложения для планирования спринтов.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jp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jp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39.jp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40.jp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97280"/>
            <a:ext cx="6035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 i="0">
                <a:solidFill>
                  <a:srgbClr val="FFFFFF"/>
                </a:solidFill>
                <a:latin typeface="Calibri"/>
              </a:rPr>
              <a:t>Планирование спринтов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542032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Веб-приложение для agile-планирования: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</p:txBody>
      </p:sp>
      <p:pic>
        <p:nvPicPr>
          <p:cNvPr id="6" name="Picture 5" descr="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Отвечает по живым данным: velocity, health, баги, зависимости, бюджет.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Подсказывает «что требует внимания», объясняет RICE и MoSCoW, ищет по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Открывает нужный раздел; выполняет команды; работает офлайн.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pic>
        <p:nvPicPr>
          <p:cNvPr id="5" name="Picture 4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554480"/>
            <a:ext cx="5029200" cy="33171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029200"/>
            <a:ext cx="109728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Java Spring Boot — REST /api/state (оптимистичная блокировка версий), CRUD, авторизация; Python FastAPI — тот же движок метрик.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PostgreSQL (Flyway V1–V4) + отдельная БД журнала; WebSocket /ws/board — живая совместная работа над доской.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CI (GitHub Actions): тесты Java (H2), Python (+ testcontainers) и e2e; nginx проксирует /api, /analytics и /ws.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