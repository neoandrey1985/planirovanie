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для планирования спринтов.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баги, TTM, MoSCoW.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7280"/>
            <a:ext cx="6035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Планирование спринтов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542032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Веб-приложение для agile-планирования: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графики: ёмкость/velocity, баги, TTM, MoSCoW.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54480"/>
            <a:ext cx="5029200" cy="3317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