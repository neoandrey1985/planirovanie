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53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Шаблоны (v1.48): ретро, SWOT, «Влияние/Усилия», Premortem, CJM, Lean Canvas —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Живые карточки задач и виджеты-метрики; стикер → задача/риск/решение; отмена, группы, мини-карта.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