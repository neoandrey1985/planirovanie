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314" r:id="rId65"/>
    <p:sldId id="315" r:id="rId66"/>
    <p:sldId id="316" r:id="rId67"/>
    <p:sldId id="317" r:id="rId68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18" r:id="rId69"/>
    <p:sldId id="319" r:id="rId70"/>
    <p:sldId id="320" r:id="rId71"/>
    <p:sldId id="321" r:id="rId72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8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21.xml"/><Relationship Id="rId14" Type="http://schemas.openxmlformats.org/officeDocument/2006/relationships/slide" Target="slides/slide22.xml"/><Relationship Id="rId15" Type="http://schemas.openxmlformats.org/officeDocument/2006/relationships/slide" Target="slides/slide23.xml"/><Relationship Id="rId16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4.xml"/><Relationship Id="rId23" Type="http://schemas.openxmlformats.org/officeDocument/2006/relationships/slide" Target="slides/slide35.xml"/><Relationship Id="rId24" Type="http://schemas.openxmlformats.org/officeDocument/2006/relationships/slide" Target="slides/slide36.xml"/><Relationship Id="rId25" Type="http://schemas.openxmlformats.org/officeDocument/2006/relationships/slide" Target="slides/slide37.xml"/><Relationship Id="rId26" Type="http://schemas.openxmlformats.org/officeDocument/2006/relationships/slide" Target="slides/slide38.xml"/><Relationship Id="rId27" Type="http://schemas.openxmlformats.org/officeDocument/2006/relationships/slide" Target="slides/slide39.xml"/><Relationship Id="rId28" Type="http://schemas.openxmlformats.org/officeDocument/2006/relationships/slide" Target="slides/slide40.xml"/><Relationship Id="rId29" Type="http://schemas.openxmlformats.org/officeDocument/2006/relationships/slide" Target="slides/slide41.xml"/><Relationship Id="rId30" Type="http://schemas.openxmlformats.org/officeDocument/2006/relationships/slide" Target="slides/slide42.xml"/><Relationship Id="rId31" Type="http://schemas.openxmlformats.org/officeDocument/2006/relationships/slide" Target="slides/slide43.xml"/><Relationship Id="rId32" Type="http://schemas.openxmlformats.org/officeDocument/2006/relationships/slide" Target="slides/slide44.xml"/><Relationship Id="rId33" Type="http://schemas.openxmlformats.org/officeDocument/2006/relationships/slide" Target="slides/slide45.xml"/><Relationship Id="rId34" Type="http://schemas.openxmlformats.org/officeDocument/2006/relationships/slide" Target="slides/slide46.xml"/><Relationship Id="rId35" Type="http://schemas.openxmlformats.org/officeDocument/2006/relationships/slide" Target="slides/slide47.xml"/><Relationship Id="rId36" Type="http://schemas.openxmlformats.org/officeDocument/2006/relationships/slide" Target="slides/slide48.xml"/><Relationship Id="rId37" Type="http://schemas.openxmlformats.org/officeDocument/2006/relationships/slide" Target="slides/slide49.xml"/><Relationship Id="rId38" Type="http://schemas.openxmlformats.org/officeDocument/2006/relationships/slide" Target="slides/slide50.xml"/><Relationship Id="rId39" Type="http://schemas.openxmlformats.org/officeDocument/2006/relationships/slide" Target="slides/slide51.xml"/><Relationship Id="rId40" Type="http://schemas.openxmlformats.org/officeDocument/2006/relationships/slide" Target="slides/slide52.xml"/><Relationship Id="rId41" Type="http://schemas.openxmlformats.org/officeDocument/2006/relationships/slide" Target="slides/slide53.xml"/><Relationship Id="rId42" Type="http://schemas.openxmlformats.org/officeDocument/2006/relationships/slide" Target="slides/slide54.xml"/><Relationship Id="rId43" Type="http://schemas.openxmlformats.org/officeDocument/2006/relationships/slide" Target="slides/slide55.xml"/><Relationship Id="rId44" Type="http://schemas.openxmlformats.org/officeDocument/2006/relationships/slide" Target="slides/slide56.xml"/><Relationship Id="rId45" Type="http://schemas.openxmlformats.org/officeDocument/2006/relationships/slide" Target="slides/slide57.xml"/><Relationship Id="rId46" Type="http://schemas.openxmlformats.org/officeDocument/2006/relationships/slide" Target="slides/slide58.xml"/><Relationship Id="rId47" Type="http://schemas.openxmlformats.org/officeDocument/2006/relationships/slide" Target="slides/slide59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6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62.xml"/><Relationship Id="rId57" Type="http://schemas.openxmlformats.org/officeDocument/2006/relationships/slide" Target="slides/slide63.xml"/><Relationship Id="rId58" Type="http://schemas.openxmlformats.org/officeDocument/2006/relationships/slide" Target="slides/slide64.xml"/><Relationship Id="rId59" Type="http://schemas.openxmlformats.org/officeDocument/2006/relationships/slide" Target="slides/slide65.xml"/><Relationship Id="rId60" Type="http://schemas.openxmlformats.org/officeDocument/2006/relationships/slide" Target="slides/slide16.xml"/><Relationship Id="rId61" Type="http://schemas.openxmlformats.org/officeDocument/2006/relationships/slide" Target="slides/slide17.xml"/><Relationship Id="rId62" Type="http://schemas.openxmlformats.org/officeDocument/2006/relationships/slide" Target="slides/slide18.xml"/><Relationship Id="rId63" Type="http://schemas.openxmlformats.org/officeDocument/2006/relationships/slide" Target="slides/slide19.xml"/><Relationship Id="rId64" Type="http://schemas.openxmlformats.org/officeDocument/2006/relationships/slide" Target="slides/slide20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26.xml"/><Relationship Id="rId70" Type="http://schemas.openxmlformats.org/officeDocument/2006/relationships/slide" Target="slides/slide27.xml"/><Relationship Id="rId71" Type="http://schemas.openxmlformats.org/officeDocument/2006/relationships/slide" Target="slides/slide28.xml"/><Relationship Id="rId72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импедимент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Одна точка состояния и меню пользователя вместо ряда кнопок.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15 пунктов вместо 57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Описание раздела в одну строку, режим «компактно».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интерфейс в разы быстрее.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Новый проект за один шаг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Свой проект с нуля вместо демо-данных.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Название, цель, старт и длина спринта, число спринтов.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«Имя — роль» и первые задачи — списком.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Справочники сохраняются, копия данных — в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Дальше — чек-лист «Первые шаги» на «Моём дне».</a:t>
            </a:r>
          </a:p>
        </p:txBody>
      </p:sp>
      <p:pic>
        <p:nvPicPr>
          <p:cNvPr id="6" name="Picture 5" descr="s_wiz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 и время,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команды — с сервером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 и компетенции.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в спринте, отпуска и упоминания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Метки этапов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 бизнес-анализа до выхода в Прод.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Круг, треугольник, квадрат, звезда, ромб, ракета.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Контур — начало этапа, заливка — завершение.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 — по ролям задач, демо и релизам; вручную — панель «Этапы».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 эпиков и фич — сводно по потомкам; легенда со всеми метками.</a:t>
            </a:r>
          </a:p>
        </p:txBody>
      </p:sp>
      <p:pic>
        <p:nvPicPr>
          <p:cNvPr id="7" name="Picture 6" descr="s_st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 на Ганте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«окончание → начало» на всех уровнях.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Несколько предшественников у задачи, проверка циклов.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конфликт сроков, акцент — критический путь.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Свёрнуто — связи между фичами и эпиками (×N).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 по стрелке — удалить связь; ◆ — внешние.</a:t>
            </a:r>
          </a:p>
        </p:txBody>
      </p:sp>
      <p:pic>
        <p:nvPicPr>
          <p:cNvPr id="7" name="Picture 6" descr="s_li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Гант: масштаб и планирование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Неделя, спринт, месяц, квартал.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Вехи и релизы на шкале, фильтры, колонки.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задач между спринтами.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Базовый план, сдвиг сроков, прогноз.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спринтов, экспорт PNG / PDF / Excel.</a:t>
            </a:r>
          </a:p>
        </p:txBody>
      </p:sp>
      <p:pic>
        <p:nvPicPr>
          <p:cNvPr id="7" name="Picture 6" descr="s_hg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