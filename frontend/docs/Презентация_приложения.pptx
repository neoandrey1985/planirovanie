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5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кросс-функциональной командой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работы кросс-функциональной команды: данные,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Шаблоны (v1.48): ретро, SWOT, «Влияние/Усилия», Premortem, CJM, Lean Canvas —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Живые карточки задач и виджеты-метрики; стикер → задача/риск/решение; отмена, группы, мини-карта.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Сессии и схемы (v1.49): голосование точками, показ по фреймам, комментарии; блок-схемы, майнд-карты, таблицы.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планирования спринтов: от бэклога до аналитики,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Kanban, RICE, MoSCoW, Scrum-церемонии, доска-холст и ещё 20+ разделов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Живая совместная работа над доской (WebSocket) и интеграции Slack/Jira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Серверная авторизация с ролями в PostgreSQL и проверкой прав в Java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Логирование всех событий в отдельную базу; история изменений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Отчёт-презентация по спринту (PPTX) прямо из приложения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Автоматизация: авто-набор спринта, приоритизация, проверки данных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Встроенный чат-бот помощник по данным проекта (офлайн)</a:t>
            </a:r>
          </a:p>
          <a:p>
            <a:pPr>
              <a:spcAft>
                <a:spcPts val="700"/>
              </a:spcAft>
            </a:pPr>
            <a:r>
              <a:rPr sz="1450" b="0" i="0">
                <a:solidFill>
                  <a:srgbClr val="AFC2E6"/>
                </a:solidFill>
                <a:latin typeface="Calibri"/>
              </a:rPr>
              <a:t>•  Полиглот-стек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github.com/neoandrey1985/Planirovanie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