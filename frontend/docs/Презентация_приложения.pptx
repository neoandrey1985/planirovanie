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54480"/>
            <a:ext cx="5029200" cy="3317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