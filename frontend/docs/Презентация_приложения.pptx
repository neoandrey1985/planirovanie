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slide" Target="slides/slide29.xml"/><Relationship Id="rId26" Type="http://schemas.openxmlformats.org/officeDocument/2006/relationships/slide" Target="slides/slide30.xml"/><Relationship Id="rId27" Type="http://schemas.openxmlformats.org/officeDocument/2006/relationships/slide" Target="slides/slide31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34.xml"/><Relationship Id="rId31" Type="http://schemas.openxmlformats.org/officeDocument/2006/relationships/slide" Target="slides/slide35.xml"/><Relationship Id="rId32" Type="http://schemas.openxmlformats.org/officeDocument/2006/relationships/slide" Target="slides/slide36.xml"/><Relationship Id="rId33" Type="http://schemas.openxmlformats.org/officeDocument/2006/relationships/slide" Target="slides/slide37.xml"/><Relationship Id="rId34" Type="http://schemas.openxmlformats.org/officeDocument/2006/relationships/slide" Target="slides/slide38.xml"/><Relationship Id="rId35" Type="http://schemas.openxmlformats.org/officeDocument/2006/relationships/slide" Target="slides/slide39.xml"/><Relationship Id="rId36" Type="http://schemas.openxmlformats.org/officeDocument/2006/relationships/slide" Target="slides/slide40.xml"/><Relationship Id="rId37" Type="http://schemas.openxmlformats.org/officeDocument/2006/relationships/slide" Target="slides/slide41.xml"/><Relationship Id="rId38" Type="http://schemas.openxmlformats.org/officeDocument/2006/relationships/slide" Target="slides/slide42.xml"/><Relationship Id="rId39" Type="http://schemas.openxmlformats.org/officeDocument/2006/relationships/slide" Target="slides/slide43.xml"/><Relationship Id="rId40" Type="http://schemas.openxmlformats.org/officeDocument/2006/relationships/slide" Target="slides/slide44.xml"/><Relationship Id="rId41" Type="http://schemas.openxmlformats.org/officeDocument/2006/relationships/slide" Target="slides/slide45.xml"/><Relationship Id="rId42" Type="http://schemas.openxmlformats.org/officeDocument/2006/relationships/slide" Target="slides/slide46.xml"/><Relationship Id="rId43" Type="http://schemas.openxmlformats.org/officeDocument/2006/relationships/slide" Target="slides/slide47.xml"/><Relationship Id="rId44" Type="http://schemas.openxmlformats.org/officeDocument/2006/relationships/slide" Target="slides/slide48.xml"/><Relationship Id="rId45" Type="http://schemas.openxmlformats.org/officeDocument/2006/relationships/slide" Target="slides/slide49.xml"/><Relationship Id="rId46" Type="http://schemas.openxmlformats.org/officeDocument/2006/relationships/slide" Target="slides/slide50.xml"/><Relationship Id="rId47" Type="http://schemas.openxmlformats.org/officeDocument/2006/relationships/slide" Target="slides/slide51.xml"/><Relationship Id="rId48" Type="http://schemas.openxmlformats.org/officeDocument/2006/relationships/slide" Target="slides/slide52.xml"/><Relationship Id="rId49" Type="http://schemas.openxmlformats.org/officeDocument/2006/relationships/slide" Target="slides/slide53.xml"/><Relationship Id="rId50" Type="http://schemas.openxmlformats.org/officeDocument/2006/relationships/slide" Target="slides/slide58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