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0.jp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41.jp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0"/>
            <a:ext cx="109728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Java Spring Boot — REST /api/state (оптимистичная блокировка версий), CRUD, авторизация; Python FastAPI — тот же движок метрик.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PostgreSQL (Flyway V1–V4) + отдельная БД журнала; WebSocket /ws/board — живая совместная работа над доской.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47566B"/>
                </a:solidFill>
                <a:latin typeface="Calibri"/>
              </a:rPr>
              <a:t>•  CI (GitHub Actions): тесты Java (H2), Python (+ testcontainers) и e2e; nginx проксирует /api, /analytics и /ws.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