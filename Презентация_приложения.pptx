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 на задачу.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 и связью-ссылкой на задачу.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Задачи выбираются напрямую из «Бэклога» с автозаполнением и связью-ссылкой.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 с учётом готовности и зависимостей. Отпуска уменьшают ёмкость; итоги церемоний → задачи; циклы и конфликты зависимостей помечаются на Ганте и в «Проверках данных». 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выбираются напрямую из «Бэклога» — с автозаполнением и связью-ссылкой на задачу.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выбираются напрямую из «Бэклога» — с автозаполнением и связью-ссылкой на задачу.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Kanban-доски по направлениям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Отдельные доски: Backend, Frontend, Тестировщики, Аналитики и релизная.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Вкладки досок по ролям + «Все задачи» и «Релизная доска».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даты; синхронно с Бэклогом, Гантом и аналитикой.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создаёт доски, переименовывает и добавляет колонки-статусы.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(Definition of Ready). Задачи выбираются напрямую из «Бэклога» с автозаполнением и связью-ссылкой.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планирования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берёт на себя рутину — от наполнения спринта до контроля качества данных.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Бэклог: приоритет (RICE/MoSCoW) и флаг готовности (DoR) прямо в задаче; авто-набор спринта по ёмкости с учётом готовности и зависимостей.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 уменьшают ёмкость; итоги церемоний → задачи; циклы и конфликты зависимостей помечаются на Ганте и в «Проверках данных».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Приоритет и DoR в задаче, авто-набор спринта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che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Проверки: целостность, циклы и конфликты зависимостей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Автоматизация: авто-набор спринта, приоритизация, проверки данных, помощник-исполнитель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2026-09-15T20:00:56Z</dcterms:created>
  <dcterms:modified xsi:type="dcterms:W3CDTF">2026-09-15T20:00:56Z</dcterms:modified>
</cp:coreProperties>
</file>