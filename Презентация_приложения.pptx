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Обзор веб-приложения для планирования спринтов. Полиглот-стек: Java (Spring Boot) + Python (FastAPI) + PostgreSQL, единый веб-интерфейс.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покрывает весь цикл планирования спринта: бэклог и оценки, дорожная карта и кварталы, RICE, Гант, зависимости, аналитика, риски, релизы и настройки.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RICE — приоритизация. Что делать в первую очередь. RICE = (Reach × Impact × Confidence) / Effort. Авто-расчёт балла, ранга и приоритета (RAG). Диаграмма RICE по фичам, сортировка по важности.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MoSCoW — приоритизация. Что обязательно, а что подождёт. Доска из 4 колонок: Must / Should / Could / Won't. Карточки фич со счётчиками и KPI по категориям. Правило баланса: доля Must ≤ ~60% ёмкости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Kanban-доска. Задачи по статусам с перетаскиванием. Колонки: К выполнению / В работе / Готово; фильтр по спринту. Перетаскивание карточки меняет статус и даты задачи. Синхронно обновляет «Бэклог», «Дорожную карту», Гант и аналитику.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Помощник (чат-бот). Встроенный ассистент по приложению. Отвечает по живым данным: velocity, health, баги, зависимости, бюджет, прогноз. Подсказывает «что требует внимания», объясняет RICE и MoSCoW, ищет по FAQ. Открывает нужный раздел по запросу; работает офлайн,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Журнал событий и логирование. Все события — в отдельной базе PostgreSQL. «История изменений» (версии приложения) — видна всем пользователям. Полный журнал событий: вход, изменения данных, отказы доступа, действия — администратору. Логирование в отдельную БД PostgreSQL, изолированно и отказоустойчиво (не мешает работе).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 спринта (Sprint Review). Демонстрация инкремента заказчикам. Что показывали, докладчик и участники; собранная обратная связь. Итог: принято / на доработку / отклонено (с KPI приёмки). Результаты влияют на приоритеты бэклога и следующий спринт.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 и доступ (серверная авторизация). Настоящая серверная авторизация и разграничение прав. Вход по логину и паролю; роли Просмотр / Редактор / Администратор хранятся в PostgreSQL (PBKDF2-хэши, bearer-сессии). Права проверяются в Java на каждый запрос: чтение — любой вошедший, запись — только Редактор или Администратор. Администратор управляет учётными записями: добавление, смена роли и пароля, отключение, удаление.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элементов бэклога (Definition of Ready). Вместе с «Демо спринта» и «Ретроспективами» — полный набор Scrum-церемоний.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 при планировании. Дни рождения: даты участников команды и ближайшие праздники (с обратным отсчётом).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Java Spring Boot — ядро (REST API, CRUD, PostgreSQL через JPA). Python FastAPI — сервис аналитики поверх той же БД. UI на nginx с reverse-proxy. Оркестрация docker-compose, CI из трёх задач.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и ссылки. Репозиторий: github.com/neoandrey1985/Planirovanie.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 спринтов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514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 для agile-планирования: данные, метрики и диаграммы в одном месте.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3288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3288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740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0740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приложения</a:t>
            </a:r>
            <a:endParaRPr lang="en-US" sz="1300" dirty="0"/>
          </a:p>
        </p:txBody>
      </p:sp>
      <p:pic>
        <p:nvPicPr>
          <p:cNvPr id="11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371600"/>
            <a:ext cx="5166360" cy="290607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🧭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и метрики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% выполнения — из состава команды и параметров.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5371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дат, критический путь, внешние зависимости.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93024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75904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79408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RICE-приоритизация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фич: (Reach × Impact × Confidence) / Effort.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Межстримовые зависимости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чего зависим у смежных команд: статусы, риск, эскалация.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70832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53712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прогнозы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CFD, cycle time, прогноз Монте-Карло, качество.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93024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75904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75904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авторизация: логин и роли (Просмотр / Редактор / Администратор) в PostgreSQL.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проекта одним взглядом.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с RAG-подсветкой: health, velocity, TTM, DoD, баги, остаток.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«Что требует внимания»: блокеры, перегруз, критичные баги.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Кликабельные карточки и sparkline-тренды.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ёмкости, velocity, багов и Time to Market.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oad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считаются автоматически.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Даты, рабочие дни, ёмкость, план, velocity, % выполнения.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— «Параметры» и состав «Команды».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процента выполнения по спринтам.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🗓️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Агрегация по календарным кварталам.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загрузка и %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Квартальный roadmap: спринты на шкале дат.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вехи подтягиваются автоматически.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quart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— приоритизация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в первую очередь.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= (Reach × Impact × Confidence) / Effort.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Авто-расчёт балла, ранга и приоритета (RAG).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RICE по фичам, сортировка по важности.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📌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 — приоритизация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обязательно, а что подождёт.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из 4 колонок: Must / Should / Could / Won't.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Карточки фич со счётчиками и KPI по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баланса: доля Must ≤ ~60% ёмкости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osc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🗃️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Kanban-доска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kanb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по статусам с перетаскиванием.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Колонки: К выполнению / В работе / Готово; фильтр по спринту.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Перетаскивание карточки меняет статус и даты задачи.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Синхронно обновляет «Бэклог», «Дорожную карту», Гант и аналитику.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🗂️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данных для всех метрик.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Редактируемые задачи: тип, оценка, статус, спринт.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сортировка по колонкам, строка итогов.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Отмена удаления; зависимость выбирается из списка.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gan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 по спринтам.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рамка — критический путь (CPM).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Ромбовидный маркер — внешняя зависимость от стрима.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Редактирование спринта и зависимостей на месте.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другими стримами.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Задачи, истории и фичи, зависящие от смежных команд.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Направление, статус с RAG-подсветкой, риск, владелец.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статусам/стримам и список для эскалации.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расчёта ёмкости.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команды и доступность каждого участника.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этого считается ёмкость каждого спринта.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Backend, Frontend, QA, DevOps, Analyst, Designer.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по диапазону спринтов.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Содержимое считается из «Бэклога» и «Багов».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Раскрытие строки в список стори, задач и дефектов.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Ссылки-переходы к задачам и багам релиза.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lea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— справка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faq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Аккордеон вопросов с поиском по 4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Редактируемая таблица: админ и редактор наполняют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данные выгружаются на лист FAQ в Excel.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Помощник (чат-бот)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ассистент по приложению.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по живым данным: velocity, health, баги, зависимости, бюджет, прогноз.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Подсказывает «что требует внимания», объясняет RICE и MoSCoW, ищет по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нужный раздел по запросу; работает офлайн, без внешних сервисов.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ch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событий и логирование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aud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— в отдельной базе PostgreSQL.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«История изменений» (версии приложения) — видна всем пользователям.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журнал событий: вход, изменения данных, отказы доступа, действия — администратору.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 отдельную БД PostgreSQL, изолированно и отказоустойчиво (не мешает работе).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🎬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спринта (Sprint Review)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Демонстрация инкремента заказчикам.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показывали, докладчик и участники; собранная обратная связь.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принято / на доработку / отклонено (с KPI приёмки).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влияют на приоритеты бэклога и следующий спринт.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🏁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 и технический долг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и управление техдолгом.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Вехи: привязка к спринтам и релизам, статус.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Техдолг: реестр и тренд «создано / погашено»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ilesto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Вехи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deb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Технический долг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расчётный движок метрик.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burn-up, CFD, cycle time (контрольная карта).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Распределение, загрузка по ролям, ёмкость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Монте-Карло, предсказуемость (CV), DRE, качество.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KPI и сгорание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analytic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Cycle time и распределение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 анализ причин.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 = Вероятность × Влияние; уровень — авто.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рисков 5×5 с ранжированием.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Исикавы причин срыва сроков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is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Матрица рисков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isks_ishikaw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Диаграмма Исикавы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🐞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 и ретроспективы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улучшение процесса.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Баги: серьёзность, статус, причина; питают метрику DRE.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итоги спринтов и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Процент закрытия action items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u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Реестр багов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Ретроспективы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бюджет и настройки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квартала, стоимость и базовые параметры.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OKR: цели и прогресс Key Results.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стоимость по ёмкости и накопленный расход.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Параметры: старт, focus factor, DoD; календарь праздников.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ok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OKR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udg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Бюджет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 (серверная авторизация)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Настоящая серверная авторизация и разграничение прав.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логину и паролю; роли Просмотр / Редактор / Администратор хранятся в PostgreSQL (PBKDF2-хэши, bearer-сессии).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проверяются в Java на каждый запрос: чтение — любой вошедший, запись — только Редактор или Администратор.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управляет учётными записями: добавление, смена роли и пароля, отключение, удаление.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Вход по логину и паролю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us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Управление ролями (администратор)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Scrum-церемонии: Дэйли и Груминг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Ежедневная синхронизация и подготовка бэклога.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Дэйли: что сделано вчера, план на сегодня и блокеры — по дням и участникам.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Груминг: оценка, декомпозиция, уточнение и приоритизация элементов бэклога (Definition of Ready).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Вместе с «Демо спринта» и «Ретроспективами» — полный набор Scrum-церемоний.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i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Дэйли (Daily Standup)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groom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Груминг (Backlog Refinement)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🏖️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Персонал: отпуска и дни рождения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команды и важные даты.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отпусков: отпуска, больничные, отгулы и командировки — для учёта доступности при планировании.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Дни рождения: даты участников команды и ближайшие праздники (с обратным отсчётом).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vac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График отпусков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irthday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Дни рождения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стек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Полиглот-архитектура с чёткой ролью каждого сервиса; всё поднимается через docker-compose.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91840" y="2926080"/>
            <a:ext cx="1325880" cy="-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91840" y="2926080"/>
            <a:ext cx="1325880" cy="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452360" y="2258568"/>
            <a:ext cx="1325880" cy="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452360" y="3630168"/>
            <a:ext cx="1325880" cy="-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E3352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 · nginx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16916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2D5BE3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54880" y="16916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API, CRUD, JPA/Hibernate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17720" y="30632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0" y="30632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аналитика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77824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B2A44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1540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БД · Flyway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6052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Spring Boot — REST /api/state (оптимистичная блокировка версий), per-entity CRUD и серверная авторизация.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Аутентификация: логин, роли и bearer-сессии в PostgreSQL; права проверяются в Java на каждый запрос.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+ SQLAlchemy — тот же расчётный движок метрик, что и в UI; PostgreSQL + миграции Flyway.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Actions): тесты Java (Spring Boot + H2), Python (+ testcontainers) и сквозной e2e; nginx проксирует /api и /analytics.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инструмент планирования спринтов: от бэклога до аналитики, с общей БД и понятной архитектурой.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395728"/>
            <a:ext cx="6583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Kanban, RICE, MoSCoW, Scrum-церемонии, персонал и ещё 20+ разделов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пересчёт всех метрик и диаграмм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 с ролями в PostgreSQL и проверкой прав в Java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всех событий в отдельную базу PostgreSQL; история изменений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чат-бот помощник по данным проекта (офлайн)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Полиглот-стек Java + Python + PostgreSQL, CI и docker-compose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5257800"/>
            <a:ext cx="6675120" cy="640080"/>
          </a:xfrm>
          <a:prstGeom prst="roundRect">
            <a:avLst>
              <a:gd name="adj" fmla="val 14286"/>
            </a:avLst>
          </a:prstGeom>
          <a:solidFill>
            <a:srgbClr val="1E33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525780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github.com/neoandrey1985/Planirovanie</a:t>
            </a:r>
            <a:endParaRPr lang="en-US" sz="135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371600"/>
            <a:ext cx="4069080" cy="228885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635240" y="5394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2026-09-14T22:29:48Z</dcterms:created>
  <dcterms:modified xsi:type="dcterms:W3CDTF">2026-09-14T22:29:48Z</dcterms:modified>
</cp:coreProperties>
</file>