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Диаграмма RICE по фичам, сортировка по важности.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Карточки фич со счётчиками и KPI по категориям.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Kanban-доска. Задачи по статусам с перетаскиванием. Колонки: К выполнению / В работе / Готово; фильтр по спринту. Перетаскивание карточки меняет статус и даты задачи. Синхронно обновляет «Бэклог», «Дорожную карту», Гант и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выполнение, баги, TTM, настроение, MoSCoW, Team Radar. Для выбранного спринта — его метрики и список задач; генерация прямо в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Задачи выбираются напрямую из «Бэклога» с автозаполнением и связью-ссылкой.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RICE по фичам, сортировка по важности.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фич со счётчиками и KPI по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по статусам с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Колонки: К выполнению / В работе / Готово; фильтр по спринту.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 задачи.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Синхронно обновляет «Бэклог», «Дорожную карту», Гант и аналитику.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pptxdl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отчёт по спринту в один клик.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«📊 Отчёт» → выбор спринта: конкретный или весь проект.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Титул, ключевые метрики и графики: ёмкость/velocity, выполнение, баги, TTM, настроение, MoSCoW, Team Radar.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выбранного спринта — его метрики и список задач; генерация прямо в браузере.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(Definition of Ready). Задачи выбираются напрямую из «Бэклога» с автозаполнением и связью-ссылкой.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2026-09-15T15:04:13Z</dcterms:created>
  <dcterms:modified xsi:type="dcterms:W3CDTF">2026-09-15T15:04:13Z</dcterms:modified>
</cp:coreProperties>
</file>