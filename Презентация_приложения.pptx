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Отвечает по живым данным: velocity, health, баги, зависимости, бюджет.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Подсказывает «что требует внимания», объясняет RICE и MoSCoW, ищет по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Открывает нужный раздел; выполняет команды; работает офлайн.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