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Диаграмма RICE по фичам, сортировка по важности.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MoSCoW — приоритизация. Что обязательно, а что подождёт. Доска из 4 колонок: Must / Should / Could / Won't. Карточки фич со счётчиками и KPI по категориям. Правило баланса: доля Must ≤ ~60% ёмкости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Kanban-доска. Задачи по статусам с перетаскиванием. Колонки: К выполнению / В работе / Готово; фильтр по спринту. Перетаскивание карточки меняет статус и даты задачи. Синхронно обновляет «Бэклог», «Дорожную карту», Гант и аналитику.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Помощник (чат-бот). Встроенный ассистент по приложению. Отвечает по живым данным: velocity, health, баги, зависимости, бюджет, прогноз. Подсказывает «что требует внимания», объясняет RICE и MoSCoW, ищет по FAQ. Открывает нужный раздел по запросу; работает офлайн,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Журнал событий и логирование. Все события — в отдельной базе PostgreSQL. «История изменений» (версии приложения) — видна всем пользователям. Полный журнал событий: вход, изменения данных, отказы доступа, действия — администратору. Логирование в отдельную БД PostgreSQL, изолированно и отказоустойчиво (не мешает работе).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и доступ (серверная авторизация). Настоящая серверная авторизация и разграничение прав. Вход по логину и паролю; роли Просмотр / Редактор / Администратор хранятся в PostgreSQL (PBKDF2-хэши, bearer-сессии). Права проверяются в Java на каждый запрос: чтение — любой вошедший, запись — только Редактор или Администратор. Администратор управляет учётными записями: добавление, смена роли и пароля, отключение, удаление.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авторизация: логин и роли (Просмотр / Редактор / Администратор) в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RICE по фичам, сортировка по важности.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— приоритизация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обязательно, а что подождёт.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из 4 колонок: Must / Should / Could / Won't.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 фич со счётчиками и KPI по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баланса: доля Must ≤ ~60% ёмкости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osc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🗃️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Kanban-доска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по статусам с перетаскиванием.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Колонки: К выполнению / В работе / Готово; фильтр по спринту.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Перетаскивание карточки меняет статус и даты задачи.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Синхронно обновляет «Бэклог», «Дорожную карту», Гант и аналитику.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— справка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fa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Аккордеон вопросов с поиском по 4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Редактируемая таблица: админ и редактор наполняют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данные выгружаются на лист FAQ в Excel.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(чат-бот)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ассистент по приложению.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живым данным: velocity, health, баги, зависимости, бюджет, прогноз.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Подсказывает «что требует внимания», объясняет RICE и MoSCoW, ищет по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нужный раздел по запросу; работает офлайн, без внешних сервисов.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событий и логирование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aud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— в отдельной базе PostgreSQL.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«История изменений» (версии приложения) — видна всем пользователям.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событий: вход, изменения данных, отказы доступа, действия — администратору.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 отдельную БД PostgreSQL, изолированно и отказоустойчиво (не мешает работе).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DoD; календарь праздников.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 (серверная авторизация)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серверная авторизация и разграничение прав.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паролю; роли Просмотр / Редактор / Администратор хранятся в PostgreSQL (PBKDF2-хэши, bearer-сессии).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проверяются в Java на каждый запрос: чтение — любой вошедший, запись — только Редактор или Администратор.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управляет учётными записями: добавление, смена роли и пароля, отключение, удаление.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Вход по логину и паролю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us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Управление ролями (администратор)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версий), per-entity CRUD и серверная авторизация.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Аутентификация: логин, роли и bearer-сессии в PostgreSQL; права проверяются в Java на каждый запрос.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UI; PostgreSQL + миграции Flyway.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e2e; nginx проксирует /api и /analytics.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95728"/>
            <a:ext cx="6583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Kanban-доска, RICE, MoSCoW, FAQ и ещё 20+ разделов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 с ролями в PostgreSQL и проверкой прав в Java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всех событий в отдельную базу PostgreSQL; история изменений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чат-бот помощник по данным проекта (офлайн)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2026-09-14T10:42:40Z</dcterms:created>
  <dcterms:modified xsi:type="dcterms:W3CDTF">2026-09-14T10:42:40Z</dcterms:modified>
</cp:coreProperties>
</file>