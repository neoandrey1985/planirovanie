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94" r:id="rId46"/>
    <p:sldId id="295" r:id="rId47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96" r:id="rId48"/>
    <p:sldId id="297" r:id="rId49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8.xml"/><Relationship Id="rId47" Type="http://schemas.openxmlformats.org/officeDocument/2006/relationships/slide" Target="slides/slide9.xml"/><Relationship Id="rId48" Type="http://schemas.openxmlformats.org/officeDocument/2006/relationships/slide" Target="slides/slide18.xml"/><Relationship Id="rId49" Type="http://schemas.openxmlformats.org/officeDocument/2006/relationships/slide" Target="slides/slide19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4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Relationship Id="rId4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Relationship Id="rId4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Relationship Id="rId4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0.jpg"/><Relationship Id="rId4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41.jpg"/><Relationship Id="rId4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Отвечает по живым данным: velocity, health, баги, зависимости, бюджет.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Подсказывает «что требует внимания», объясняет RICE и MoSCoW, ищет по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Открывает нужный раздел; выполняет команды; работает офлайн.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0"/>
            <a:ext cx="109728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Java Spring Boot — REST /api/state (оптимистичная блокировка версий), CRUD, авторизация; Python FastAPI — тот же движок метрик.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PostgreSQL (Flyway V1–V4) + отдельная БД журнала; WebSocket /ws/board — живая совместная работа над доской.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CI (GitHub Actions): тесты Java (H2), Python (+ testcontainers) и e2e; nginx проксирует /api, /analytics и /ws.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