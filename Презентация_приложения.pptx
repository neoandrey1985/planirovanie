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 на задачу.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 и связью-ссылкой на задачу.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Kanban-доска. Задачи по статусам с перетаскиванием. Колонки: К выполнению / В работе / Готово; фильтр по спринту. Перетаскивание карточки меняет статус и даты задачи. Синхронно обновляет «Бэклог», «Дорожную карту», Гант и аналитику.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Помощник (чат-бот). Встроенный ассистент по приложению. Отвечает по живым данным: velocity, health, баги, зависимости, бюджет, прогноз. Подсказывает «что требует внимания», объясняет RICE и MoSCoW, ищет по FAQ. Открывает нужный раздел по запросу; работает офлайн,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Журнал событий и логирование. Все события — в отдельной базе PostgreSQL. «История изменений» (версии приложения) — видна всем пользователям. Полный журнал событий: вход, изменения данных, отказы доступа, действия — администратору. Логирование в отдельную БД PostgreSQL, изолированно и отказоустойчиво (не мешает работе).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 спринта (Sprint Review). Демонстрация инкремента заказчикам. Что показывали, докладчик и участники; собранная обратная связь. Итог: принято / на доработку / отклонено (с KPI приёмки). Результаты влияют на приоритеты бэклога и следующий спринт.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графики: ёмкость/velocity, выполнение, баги, TTM, настроение, MoSCoW, Team Radar. Для выбранного спринта — его метрики и список задач; генерация прямо в браузере.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Задачи выбираются напрямую из «Бэклога» с автозаполнением и связью-ссылкой. Вместе с «Демо спринта» и «Ретроспективами» — полный набор Scrum-церемоний.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 при планировании. Дни рождения: даты участников команды и ближайшие праздники (с обратным отсчётом).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Автоматизация планирования. Приложение берёт на себя рутину — от наполнения спринта до контроля качества данных. Бэклог: сортировка по приоритету (RICE/MoSCoW) и авто-набор спринта по ёмкости с учётом готовности и зависимостей. Отпуска уменьшают ёмкость; итоги церемоний (блокеры, «на доработку», action items) переносятся в задачи одной кнопкой. «Проверки данных» находят и чинят дубли, пропущенные даты, осиротевшие ссылки и формулы; помощник выполняет команды.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Ретроспективы: игровые практики Agile. Геймификация ретро для вовлечённости и реальных улучшений. Форматы (Start/Stop/Continue, Sailboat, 4L, Starfish, DAKI), dot-voting по пунктам и стрик закрытых action items. Настроение команды по спринтам с трендом, Kudos (благодарности) и эксперименты как проверяемые гипотезы с метрикой. Team Radar — радар-диаграмма самооценки команды по осям (текущий и прошлый спринт).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Фичи выбираются напрямую из «Бэклога» — с автозаполнением и связью-ссылкой на задачу.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выбираются напрямую из «Бэклога» — с автозаполнением и связью-ссылкой на задачу.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🗃️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Kanban-доска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по статусам с перетаскиванием.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Колонки: К выполнению / В работе / Готово; фильтр по спринту.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Перетаскивание карточки меняет статус и даты задачи.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Синхронно обновляет «Бэклог», «Дорожную карту», Гант и аналитику.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(чат-бот)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ассистент по приложению.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живым данным: velocity, health, баги, зависимости, бюджет, прогноз.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Подсказывает «что требует внимания», объясняет RICE и MoSCoW, ищет по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нужный раздел по запросу; работает офлайн, без внешних сервисов.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событий и логирование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— в отдельной базе PostgreSQL.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«История изменений» (версии приложения) — видна всем пользователям.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событий: вход, изменения данных, отказы доступа, действия — администратору.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 отдельную БД PostgreSQL, изолированно и отказоустойчиво (не мешает работе).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спринта (Sprint Review)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инкремента заказчикам.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показывали, докладчик и участники; собранная обратная связь.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принято / на доработку / отклонено (с KPI приёмки).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влияют на приоритеты бэклога и следующий спринт.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pptxdl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отчёт по спринту в один клик.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«📊 Отчёт» → выбор спринта: конкретный или весь проект.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Титул, ключевые метрики и графики: ёмкость/velocity, выполнение, баги, TTM, настроение, MoSCoW, Team Radar.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выбранного спринта — его метрики и список задач; генерация прямо в браузере.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Scrum-церемонии: Дэйли и Груминг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Ежедневная синхронизация и подготовка бэклога.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Дэйли: что сделано вчера, план на сегодня и блокеры — по дням и участникам.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Груминг: оценка, декомпозиция, уточнение и приоритизация (Definition of Ready). Задачи выбираются напрямую из «Бэклога» с автозаполнением и связью-ссылкой.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Вместе с «Демо спринта» и «Ретроспективами» — полный набор Scrum-церемоний.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Дэйли (Daily Standup)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groom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Груминг (Backlog Refinement)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отпуска и дни рождения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команды и важные даты.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отпусков: отпуска, больничные, отгулы и командировки — для учёта доступности при планировании.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 рождения: даты участников команды и ближайшие праздники (с обратным отсчётом).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va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График отпусков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irthday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Дни рождения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планирования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берёт на себя рутину — от наполнения спринта до контроля качества данных.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Бэклог: сортировка по приоритету (RICE/MoSCoW) и авто-набор спринта по ёмкости с учётом готовности и зависимостей.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Отпуска уменьшают ёмкость; итоги церемоний (блокеры, «на доработку», action items) переносятся в задачи одной кнопкой.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«Проверки данных» находят и чинят дубли, пропущенные даты, осиротевшие ссылки и формулы; помощник выполняет команды.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Приоритет и авто-набор спринта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check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Проверки данных с авто-исправлением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игровые практики Agile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Геймификация ретро для вовлечённости и реальных улучшений.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 (Start/Stop/Continue, Sailboat, 4L, Starfish, DAKI), dot-voting по пунктам и стрик закрытых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Настроение команды по спринтам с трендом, Kudos (благодарности) и эксперименты как проверяемые гипотезы с метрикой.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Radar — радар-диаграмма самооценки команды по осям (текущий и прошлый спринт).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Форматы, голоса и стрик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Настроение, эксперименты и Team Radar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95728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RICE, MoSCoW, Scrum-церемонии, персонал и ещё 20+ разделов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всех событий в отдельную базу PostgreSQL; история изменений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 прямо из приложения — метрики и графики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Автоматизация: авто-набор спринта, приоритизация, проверки данных, помощник-исполнитель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чат-бот помощник по данным проекта (офлайн)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2026-09-15T15:45:10Z</dcterms:created>
  <dcterms:modified xsi:type="dcterms:W3CDTF">2026-09-15T15:45:10Z</dcterms:modified>
</cp:coreProperties>
</file>