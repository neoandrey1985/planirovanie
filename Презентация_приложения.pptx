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487168"/>
            <a:ext cx="6583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разделов, включая RICE, MoSCoW и FAQ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2026-09-14T08:52:42Z</dcterms:created>
  <dcterms:modified xsi:type="dcterms:W3CDTF">2026-09-14T08:52:42Z</dcterms:modified>
</cp:coreProperties>
</file>