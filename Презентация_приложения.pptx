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Диаграмма RICE по фичам, сортировка по важности.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Карточки фич со счётчиками и KPI по категориям.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Kanban-доска. Задачи по статусам с перетаскиванием. Колонки: К выполнению / В работе / Готово; фильтр по спринту. Перетаскивание карточки меняет статус и даты задачи. Синхронно обновляет «Бэклог», «Дорожную карту», Гант и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элементов бэклога (Definition of Ready).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RICE по фичам, сортировка по важности.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фич со счётчиками и KPI по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по статусам с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Колонки: К выполнению / В работе / Готово; фильтр по спринту.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 задачи.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 обновляет «Бэклог», «Дорожную карту», Гант и аналитику.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элементов бэклога (Definition of Ready).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2026-09-14T23:48:16Z</dcterms:created>
  <dcterms:modified xsi:type="dcterms:W3CDTF">2026-09-14T23:48:16Z</dcterms:modified>
</cp:coreProperties>
</file>