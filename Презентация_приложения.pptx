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Релизная доска: состав и прогресс релизов. Двусторонняя связь с разделом «Релизы». На карточке релиза — его состав (стори, задачи, дефекты по диапазону спринтов) и прогресс-бар готовности. Статус меняется перетаскиванием и синхронно отражается в «Релизах»; состав пересчитывается автоматически. Подсказка «можно закрыть релиз», когда все задачи готовы; клик по элементу открывает «Бэклог»/«Баги».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 и привязывается явно (приоритет над спринтами). Поле «Релиз» у задачи в «Бэклоге» — альтернатива авто-расчёту; кнопка «＋ Релиз» создаёт релиз на месте. «Проверки данных» ловят пересечения и пропуски диапазонов спринтов релизов.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Kanban-доски по направлениям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доски: Backend, Frontend, Тестировщики, Аналитики и релизная.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 досок по ролям + «Все задачи» и «Релизная доска».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даты; синхронно с Бэклогом, Гантом и аналитикой.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создаёт доски, переименовывает и добавляет колонки-статусы.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Релизная доска: состав и прогресс релизов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Двусторонняя связь с разделом «Релизы».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релиза — его состав (стори, задачи, дефекты по диапазону спринтов) и прогресс-бар готовности.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меняется перетаскиванием и синхронно отражается в «Релизах»; состав пересчитывается автоматически.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 «можно закрыть релиз», когда все задачи готовы; клик по элементу открывает «Бэклог»/«Баги».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kanban_rele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релизов: ручное формирование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_compo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Явная привязка задач к релизу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— релизы (+ «Без релиза»); задача перетаскивается в нужный релиз и привязывается явно (приоритет над спринтами).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«Релиз» у задачи в «Бэклоге» — альтернатива авто-расчёту; кнопка «＋ Релиз» создаёт релиз на месте.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«Проверки данных» ловят пересечения и пропуски диапазонов спринтов релизов.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2026-09-15T20:36:55Z</dcterms:created>
  <dcterms:modified xsi:type="dcterms:W3CDTF">2026-09-15T20:36:55Z</dcterms:modified>
</cp:coreProperties>
</file>