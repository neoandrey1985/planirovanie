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314" r:id="rId65"/>
    <p:sldId id="315" r:id="rId66"/>
    <p:sldId id="316" r:id="rId67"/>
    <p:sldId id="317" r:id="rId68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309" r:id="rId60"/>
    <p:sldId id="310" r:id="rId61"/>
    <p:sldId id="311" r:id="rId62"/>
    <p:sldId id="312" r:id="rId63"/>
    <p:sldId id="313" r:id="rId64"/>
    <p:sldId id="265" r:id="rId13"/>
    <p:sldId id="266" r:id="rId14"/>
    <p:sldId id="267" r:id="rId15"/>
    <p:sldId id="268" r:id="rId16"/>
    <p:sldId id="269" r:id="rId17"/>
    <p:sldId id="318" r:id="rId69"/>
    <p:sldId id="319" r:id="rId70"/>
    <p:sldId id="320" r:id="rId71"/>
    <p:sldId id="321" r:id="rId72"/>
    <p:sldId id="322" r:id="rId73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8.xml"/><Relationship Id="rId6" Type="http://schemas.openxmlformats.org/officeDocument/2006/relationships/slide" Target="slides/slide9.xml"/><Relationship Id="rId7" Type="http://schemas.openxmlformats.org/officeDocument/2006/relationships/slide" Target="slides/slide10.xml"/><Relationship Id="rId8" Type="http://schemas.openxmlformats.org/officeDocument/2006/relationships/slide" Target="slides/slide11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21.xml"/><Relationship Id="rId14" Type="http://schemas.openxmlformats.org/officeDocument/2006/relationships/slide" Target="slides/slide22.xml"/><Relationship Id="rId15" Type="http://schemas.openxmlformats.org/officeDocument/2006/relationships/slide" Target="slides/slide23.xml"/><Relationship Id="rId16" Type="http://schemas.openxmlformats.org/officeDocument/2006/relationships/slide" Target="slides/slide24.xml"/><Relationship Id="rId17" Type="http://schemas.openxmlformats.org/officeDocument/2006/relationships/slide" Target="slides/slide25.xml"/><Relationship Id="rId18" Type="http://schemas.openxmlformats.org/officeDocument/2006/relationships/slide" Target="slides/slide31.xml"/><Relationship Id="rId19" Type="http://schemas.openxmlformats.org/officeDocument/2006/relationships/slide" Target="slides/slide32.xml"/><Relationship Id="rId20" Type="http://schemas.openxmlformats.org/officeDocument/2006/relationships/slide" Target="slides/slide33.xml"/><Relationship Id="rId21" Type="http://schemas.openxmlformats.org/officeDocument/2006/relationships/slide" Target="slides/slide34.xml"/><Relationship Id="rId22" Type="http://schemas.openxmlformats.org/officeDocument/2006/relationships/slide" Target="slides/slide35.xml"/><Relationship Id="rId23" Type="http://schemas.openxmlformats.org/officeDocument/2006/relationships/slide" Target="slides/slide36.xml"/><Relationship Id="rId24" Type="http://schemas.openxmlformats.org/officeDocument/2006/relationships/slide" Target="slides/slide37.xml"/><Relationship Id="rId25" Type="http://schemas.openxmlformats.org/officeDocument/2006/relationships/slide" Target="slides/slide38.xml"/><Relationship Id="rId26" Type="http://schemas.openxmlformats.org/officeDocument/2006/relationships/slide" Target="slides/slide39.xml"/><Relationship Id="rId27" Type="http://schemas.openxmlformats.org/officeDocument/2006/relationships/slide" Target="slides/slide40.xml"/><Relationship Id="rId28" Type="http://schemas.openxmlformats.org/officeDocument/2006/relationships/slide" Target="slides/slide41.xml"/><Relationship Id="rId29" Type="http://schemas.openxmlformats.org/officeDocument/2006/relationships/slide" Target="slides/slide42.xml"/><Relationship Id="rId30" Type="http://schemas.openxmlformats.org/officeDocument/2006/relationships/slide" Target="slides/slide43.xml"/><Relationship Id="rId31" Type="http://schemas.openxmlformats.org/officeDocument/2006/relationships/slide" Target="slides/slide44.xml"/><Relationship Id="rId32" Type="http://schemas.openxmlformats.org/officeDocument/2006/relationships/slide" Target="slides/slide45.xml"/><Relationship Id="rId33" Type="http://schemas.openxmlformats.org/officeDocument/2006/relationships/slide" Target="slides/slide46.xml"/><Relationship Id="rId34" Type="http://schemas.openxmlformats.org/officeDocument/2006/relationships/slide" Target="slides/slide47.xml"/><Relationship Id="rId35" Type="http://schemas.openxmlformats.org/officeDocument/2006/relationships/slide" Target="slides/slide48.xml"/><Relationship Id="rId36" Type="http://schemas.openxmlformats.org/officeDocument/2006/relationships/slide" Target="slides/slide49.xml"/><Relationship Id="rId37" Type="http://schemas.openxmlformats.org/officeDocument/2006/relationships/slide" Target="slides/slide50.xml"/><Relationship Id="rId38" Type="http://schemas.openxmlformats.org/officeDocument/2006/relationships/slide" Target="slides/slide51.xml"/><Relationship Id="rId39" Type="http://schemas.openxmlformats.org/officeDocument/2006/relationships/slide" Target="slides/slide52.xml"/><Relationship Id="rId40" Type="http://schemas.openxmlformats.org/officeDocument/2006/relationships/slide" Target="slides/slide53.xml"/><Relationship Id="rId41" Type="http://schemas.openxmlformats.org/officeDocument/2006/relationships/slide" Target="slides/slide54.xml"/><Relationship Id="rId42" Type="http://schemas.openxmlformats.org/officeDocument/2006/relationships/slide" Target="slides/slide55.xml"/><Relationship Id="rId43" Type="http://schemas.openxmlformats.org/officeDocument/2006/relationships/slide" Target="slides/slide56.xml"/><Relationship Id="rId44" Type="http://schemas.openxmlformats.org/officeDocument/2006/relationships/slide" Target="slides/slide57.xml"/><Relationship Id="rId45" Type="http://schemas.openxmlformats.org/officeDocument/2006/relationships/slide" Target="slides/slide58.xml"/><Relationship Id="rId46" Type="http://schemas.openxmlformats.org/officeDocument/2006/relationships/slide" Target="slides/slide59.xml"/><Relationship Id="rId47" Type="http://schemas.openxmlformats.org/officeDocument/2006/relationships/slide" Target="slides/slide60.xml"/><Relationship Id="rId48" Type="http://schemas.openxmlformats.org/officeDocument/2006/relationships/slide" Target="slides/slide61.xml"/><Relationship Id="rId49" Type="http://schemas.openxmlformats.org/officeDocument/2006/relationships/slide" Target="slides/slide62.xml"/><Relationship Id="rId50" Type="http://schemas.openxmlformats.org/officeDocument/2006/relationships/slide" Target="slides/slide67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63.xml"/><Relationship Id="rId57" Type="http://schemas.openxmlformats.org/officeDocument/2006/relationships/slide" Target="slides/slide64.xml"/><Relationship Id="rId58" Type="http://schemas.openxmlformats.org/officeDocument/2006/relationships/slide" Target="slides/slide65.xml"/><Relationship Id="rId59" Type="http://schemas.openxmlformats.org/officeDocument/2006/relationships/slide" Target="slides/slide66.xml"/><Relationship Id="rId60" Type="http://schemas.openxmlformats.org/officeDocument/2006/relationships/slide" Target="slides/slide16.xml"/><Relationship Id="rId61" Type="http://schemas.openxmlformats.org/officeDocument/2006/relationships/slide" Target="slides/slide17.xml"/><Relationship Id="rId62" Type="http://schemas.openxmlformats.org/officeDocument/2006/relationships/slide" Target="slides/slide18.xml"/><Relationship Id="rId63" Type="http://schemas.openxmlformats.org/officeDocument/2006/relationships/slide" Target="slides/slide19.xml"/><Relationship Id="rId64" Type="http://schemas.openxmlformats.org/officeDocument/2006/relationships/slide" Target="slides/slide20.xml"/><Relationship Id="rId65" Type="http://schemas.openxmlformats.org/officeDocument/2006/relationships/slide" Target="slides/slide4.xml"/><Relationship Id="rId66" Type="http://schemas.openxmlformats.org/officeDocument/2006/relationships/slide" Target="slides/slide5.xml"/><Relationship Id="rId67" Type="http://schemas.openxmlformats.org/officeDocument/2006/relationships/slide" Target="slides/slide6.xml"/><Relationship Id="rId68" Type="http://schemas.openxmlformats.org/officeDocument/2006/relationships/slide" Target="slides/slide7.xml"/><Relationship Id="rId69" Type="http://schemas.openxmlformats.org/officeDocument/2006/relationships/slide" Target="slides/slide26.xml"/><Relationship Id="rId70" Type="http://schemas.openxmlformats.org/officeDocument/2006/relationships/slide" Target="slides/slide27.xml"/><Relationship Id="rId71" Type="http://schemas.openxmlformats.org/officeDocument/2006/relationships/slide" Target="slides/slide28.xml"/><Relationship Id="rId72" Type="http://schemas.openxmlformats.org/officeDocument/2006/relationships/slide" Target="slides/slide29.xml"/><Relationship Id="rId73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день и быстрые действия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Стартовая страница и «＋ Создать».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 спринта: статус меняется в один клик.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Блокеры, риски и события ближайших 14 дней.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Создать» — задача, баг, риск, импедимент из любого раздела.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Одна точка состояния и меню пользователя вместо ряда кнопок.</a:t>
            </a:r>
          </a:p>
        </p:txBody>
      </p:sp>
      <p:pic>
        <p:nvPicPr>
          <p:cNvPr id="6" name="Picture 5" descr="s_myd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Простая навигация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15 пунктов вместо 57 разделов — с вкладками.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Родственные разделы — вкладки одного пункта.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 по всем разделам, ⭐ избранное, «Все разделы».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Описание раздела в одну строку, режим «компактно».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Открытый раздел строится сразу — интерфейс в разы быстрее.</a:t>
            </a:r>
          </a:p>
        </p:txBody>
      </p:sp>
      <p:pic>
        <p:nvPicPr>
          <p:cNvPr id="6" name="Picture 5" descr="s_hu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Новый проект за один шаг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Свой проект с нуля вместо демо-данных.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Название, цель, старт и длина спринта, число спринтов.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«Имя — роль» и первые задачи — списком.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Справочники сохраняются, копия данных — в JSON.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Дальше — чек-лист «Первые шаги» на «Моём дне».</a:t>
            </a:r>
          </a:p>
        </p:txBody>
      </p:sp>
      <p:pic>
        <p:nvPicPr>
          <p:cNvPr id="6" name="Picture 5" descr="s_wiz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профиль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Кто я, моя работа и время, настройки.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Привязка к участнику команды — с сервером на любом устройстве.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задачи, баги, импедименты, риски и компетенции.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Загрузка в спринте, отпуска и упоминания на доске.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Тема, плотность, стартовая страница и смена своего пароля.</a:t>
            </a:r>
          </a:p>
        </p:txBody>
      </p:sp>
      <p:pic>
        <p:nvPicPr>
          <p:cNvPr id="6" name="Picture 5" descr="s_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Подробнее — на следующих пяти слайдах: эргономика, шаблоны, живые данные, сессии и схемы.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эргономика холста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Работа с холстом как в профессиональных редакторах.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и повтор (Ctrl+Z / Ctrl+Y), копировать, вставить и дублировать (Ctrl+C/V/D) — связи между копиями сохраняются.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Группы, закрепление 🔒, выравнивание и равномерное распределение, привязка к сетке.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Мини-карта и поиск по тексту (Ctrl+F); фрейм переносится вместе с содержимым.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действий появляется при выделении — всё нужное под рукой.</a:t>
            </a:r>
          </a:p>
        </p:txBody>
      </p:sp>
      <p:pic>
        <p:nvPicPr>
          <p:cNvPr id="6" name="Picture 5" descr="board_e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шаблоны ритуалов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Готовая структура встречи одной кнопкой.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Ретро: Start/Stop/Continue, 4L, Mad/Sad/Glad, «Кораблик».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Анализ: Lean Coffee, SWOT, матрица «Влияние/Усилия», Premortem.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Продукт и процесс: Customer Journey Map, Lean Canvas, канбан-колонки, дорожки ответственности.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 двигается целиком вместе со стикерами; цвет стикера подсказывает колонку.</a:t>
            </a:r>
          </a:p>
        </p:txBody>
      </p:sp>
      <p:pic>
        <p:nvPicPr>
          <p:cNvPr id="6" name="Picture 5" descr="board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живые данные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Холст связан с бэклогом и метриками.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 задач из бэклога: статус меняется кликом, двойной клик открывает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«Спринт на доску»: задачи текущего спринта по колонкам статусов.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Виджеты-метрики: velocity, выполнение и цель спринта, health-index, риск срыва,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Стикер превращается в задачу, риск, импедимент, решение (ADR), action item или урок.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🗳️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проведение сессий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Фасилитация ретро и воркшопов.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Голосование точками: лимит на участника, скрытый режим, раскрытие итогов и медали лидеров.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Анонимный ввод: авторы стикеров скрыты до раскрытия.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Показ по фреймам как по слайдам и режим «следовать за ведущим».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Комментарии к элементам с @упоминаниями и сводка обсуждений.</a:t>
            </a:r>
          </a:p>
        </p:txBody>
      </p:sp>
      <p:pic>
        <p:nvPicPr>
          <p:cNvPr id="6" name="Picture 5" descr="board_s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схемы и диаграммы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Процессы, идеи и данные на одном холсте.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Блок-схемы: начало/конец, процесс, решение, ввод/вывод, документ, база данных; подписи стрелок.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Майнд-карта: Tab — ветка, Enter — соседняя, авто-раскладка в обе стороны.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Таблица на холсте и дорожки ответственности по ролям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Авто-раскладка выделенного сеткой или деревом по связям.</a:t>
            </a:r>
          </a:p>
        </p:txBody>
      </p:sp>
      <p:pic>
        <p:nvPicPr>
          <p:cNvPr id="6" name="Picture 5" descr="board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 по иерархии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Эпик → Фича → История → Задача на шкале.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Сводные полосы: сроки и прогресс по объёму потомков.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План по спринтам и факт по датам «начато / готово».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Просрочка и выход за спринт родителя — красным.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Уровни: эпики, до фич, до историй, всё.</a:t>
            </a:r>
          </a:p>
        </p:txBody>
      </p:sp>
      <p:pic>
        <p:nvPicPr>
          <p:cNvPr id="7" name="Picture 6" descr="s_h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Метки этапов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 бизнес-анализа до выхода в Прод.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Круг, треугольник, квадрат, звезда, ромб, ракета.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Контур — начало этапа, заливка — завершение.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 — по ролям задач, демо и релизам; вручную — панель «Этапы».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 эпиков и фич — сводно по потомкам; легенда со всеми метками.</a:t>
            </a:r>
          </a:p>
        </p:txBody>
      </p:sp>
      <p:pic>
        <p:nvPicPr>
          <p:cNvPr id="7" name="Picture 6" descr="s_st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 на Ганте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«окончание → начало» на всех уровнях.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Несколько предшественников у задачи, проверка циклов.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Красные — конфликт сроков, акцент — критический путь.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Свёрнуто — связи между фичами и эпиками (×N).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 по стрелке — удалить связь; ◆ — внешние.</a:t>
            </a:r>
          </a:p>
        </p:txBody>
      </p:sp>
      <p:pic>
        <p:nvPicPr>
          <p:cNvPr id="7" name="Picture 6" descr="s_lin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Гант: масштаб и планирование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Неделя, спринт, месяц, квартал.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Вехи и релизы на шкале, фильтры, колонки.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задач между спринтами.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Базовый план, сдвиг сроков, прогноз.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Загрузка спринтов, экспорт PNG / PDF / Excel.</a:t>
            </a:r>
          </a:p>
        </p:txBody>
      </p:sp>
      <p:pic>
        <p:nvPicPr>
          <p:cNvPr id="7" name="Picture 6" descr="s_hg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Гант: лёгкий вид и PPTX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Режимы, фокус, презентация.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Обзор / План / Контроль / Этапы.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Одна строка инструментов, легенда по кнопке.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Фокус на цепочке элемента, компактные строки.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PPTX: обзор, слайд на эпик, сводка.</a:t>
            </a:r>
          </a:p>
        </p:txBody>
      </p:sp>
      <p:pic>
        <p:nvPicPr>
          <p:cNvPr id="7" name="Picture 6" descr="s_hgfoc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