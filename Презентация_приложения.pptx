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94" r:id="rId46"/>
    <p:sldId id="295" r:id="rId47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96" r:id="rId48"/>
    <p:sldId id="297" r:id="rId49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8.xml"/><Relationship Id="rId47" Type="http://schemas.openxmlformats.org/officeDocument/2006/relationships/slide" Target="slides/slide9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