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 на задачу.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 и связью-ссылкой на задачу.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Релизная доска: состав и прогресс релизов. Двусторонняя связь с разделом «Релизы». На карточке релиза — его состав (стори, задачи, дефекты по диапазону спринтов) и прогресс-бар готовности. Статус меняется перетаскиванием и синхронно отражается в «Релизах»; состав пересчитывается автоматически. Подсказка «можно закрыть релиз», когда все задачи готовы; клик по элементу открывает «Бэклог»/«Баги».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 и привязывается явно (приоритет над спринтами). Поле «Релиз» у задачи в «Бэклоге» — альтернатива авто-расчёту; кнопка «＋ Релиз» создаёт релиз на месте. «Проверки данных» ловят пересечения и пропуски диапазонов спринтов релизов.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выполнение, баги, TTM, настроение, MoSCoW, Team Radar. Для выбранного спринта — его метрики и список задач; генерация прямо в браузере.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Задачи выбираются напрямую из «Бэклога» с автозаполнением и связью-ссылкой.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 с учётом готовности и зависимостей. Отпуска уменьшают ёмкость; итоги церемоний → задачи; циклы и конфликты зависимостей помечаются на Ганте и в «Проверках данных». 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Фичи выбираются напрямую из «Бэклога» — с автозаполнением и связью-ссылкой на задачу.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выбираются напрямую из «Бэклога» — с автозаполнением и связью-ссылкой на задачу.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— интерактивный бесконечный холст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Совместная работа как в Miro.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Бесконечный холст: стикеры (с автором и голосованием), текст, фигуры, стрелки-связи, карандаш, изображения, фреймы.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Slack и Jira; фасилитация: таймер; экспорт доски в PNG и PDF.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Kanban-доски по направлениям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Отдельные доски: Backend, Frontend, Тестировщики, Аналитики и релизная.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Вкладки досок по ролям + «Все задачи» и «Релизная доска».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даты; синхронно с Бэклогом, Гантом и аналитикой.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создаёт доски, переименовывает и добавляет колонки-статусы.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Релизная доска: состав и прогресс релизов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Двусторонняя связь с разделом «Релизы».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карточке релиза — его состав (стори, задачи, дефекты по диапазону спринтов) и прогресс-бар готовности.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меняется перетаскиванием и синхронно отражается в «Релизах»; состав пересчитывается автоматически.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Подсказка «можно закрыть релиз», когда все задачи готовы; клик по элементу открывает «Бэклог»/«Баги».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kanban_relea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релизов: ручное формирование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_compo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Явная привязка задач к релизу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 — релизы (+ «Без релиза»); задача перетаскивается в нужный релиз и привязывается явно (приоритет над спринтами).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«Релиз» у задачи в «Бэклоге» — альтернатива авто-расчёту; кнопка «＋ Релиз» создаёт релиз на месте.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«Проверки данных» ловят пересечения и пропуски диапазонов спринтов релизов.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pptxdl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отчёт по спринту в один клик.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«📊 Отчёт» → выбор спринта: конкретный или весь проект.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Титул, ключевые метрики и графики: ёмкость/velocity, выполнение, баги, TTM, настроение, MoSCoW, Team Radar.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выбранного спринта — его метрики и список задач; генерация прямо в браузере.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25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2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25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25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25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25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(Definition of Ready). Задачи выбираются напрямую из «Бэклога» с автозаполнением и связью-ссылкой.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25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25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планирования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берёт на себя рутину — от наполнения спринта до контроля качества данных.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Бэклог: приоритет (RICE/MoSCoW) и флаг готовности (DoR) прямо в задаче; авто-набор спринта по ёмкости с учётом готовности и зависимостей.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 уменьшают ёмкость; итоги церемоний → задачи; циклы и конфликты зависимостей помечаются на Ганте и в «Проверках данных».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sz="125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Приоритет и DoR в задаче, авто-набор спринта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chec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Проверки: целостность, циклы и конфликты зависимостей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25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200400"/>
            <a:ext cx="5138928" cy="2890647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 прямо из приложения — метрики и графики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Автоматизация: авто-набор спринта, приоритизация, проверки данных, помощник-исполнитель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2026-09-16T07:14:37Z</dcterms:created>
  <dcterms:modified xsi:type="dcterms:W3CDTF">2026-09-16T07:14:37Z</dcterms:modified>
</cp:coreProperties>
</file>