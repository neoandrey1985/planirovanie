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Диаграмма RICE по фичам, сортировка по важности.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DoD, ключ команды;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Многопользовательский режим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PostgreSQL, синхронизация правок, ключ команды.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RICE по фичам, сортировка по важности.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DoD, ключ команды;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 и per-entity CRUD.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единая схема, миграции Flyway; nginx проксирует /api и /analytics.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560320"/>
            <a:ext cx="6583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разделов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Многопользовательский режим на PostgreSQL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2026-09-11T08:49:13Z</dcterms:created>
  <dcterms:modified xsi:type="dcterms:W3CDTF">2026-09-11T08:49:13Z</dcterms:modified>
</cp:coreProperties>
</file>